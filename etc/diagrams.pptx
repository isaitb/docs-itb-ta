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2" r:id="rId4"/>
    <p:sldId id="261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1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14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3D9E5-B78C-4D73-A28F-EA48F7C7F8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5DEBCA-BA55-42CC-9C2E-2D9ACD7EA2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80B80-2C1F-4B81-A10D-E309256C2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958AC-4A11-4132-8728-A1A7D4D6776D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8DC4E-0657-4BDE-BE3B-1CBDD35C9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022E5-9AEC-4C7A-AF76-1E45770C1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F0C33-7499-43EA-923F-07E12B292C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5893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1D784-9607-4BB3-A5D5-63EB38D94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97BB8-7FBD-4BE5-87CB-2DC82C2E6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C91AE-060C-48BD-A721-D9245ED68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958AC-4A11-4132-8728-A1A7D4D6776D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AF5BC-EEDB-491E-81D3-EE48CC81A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E28F21-79C6-42A5-9A8C-7A2378F0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F0C33-7499-43EA-923F-07E12B292C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0223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D6877-A90E-4A46-BDEA-30E21B01B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976766-08CB-4550-8D75-345A49591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AE4B5-3883-4277-AA32-A80D03DB2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958AC-4A11-4132-8728-A1A7D4D6776D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BAC91-2F01-4D24-A3E1-A2EA6C066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23E94-D316-4669-895D-366373283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F0C33-7499-43EA-923F-07E12B292C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9907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18F2D-4DB2-48B1-BFA8-13B68FE5A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F6B6A-8AAA-40B5-B335-2993DD6509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589CE4-06F3-4708-8FFD-28F6641850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D96359-E70E-4788-A076-DE75BA869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958AC-4A11-4132-8728-A1A7D4D6776D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C6D6D9-A41C-4C43-9C26-328499DE5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9574FB-8130-4F98-A763-67CA51619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F0C33-7499-43EA-923F-07E12B292C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7325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CB293-EF3F-4F72-91C6-0D357D1A2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198B6-1FBA-4A35-8786-EC26FCF9A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3C288B-AB1B-42C8-83CE-D6919C2D23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B16782-A269-41D6-A5A7-BDB9FFC92C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2CA5C9-5087-4132-BF66-D49679954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339DF0-80D1-422E-BD0E-B100D655D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958AC-4A11-4132-8728-A1A7D4D6776D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B8015A-74DA-4D45-BDEB-1CB90ED39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B916D2-6909-4D57-9ACA-DB5F18FFD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F0C33-7499-43EA-923F-07E12B292C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426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66D76-988C-401B-B450-DA2DBA556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E1AEB9-D94E-4D2B-B4F9-CADE7560A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958AC-4A11-4132-8728-A1A7D4D6776D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139852-18D5-49D1-9726-C71387349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88DB8-266B-4AEA-8E9D-7B84825D2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F0C33-7499-43EA-923F-07E12B292C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118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5FFF89-A2D6-443F-ABAB-C0A344570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958AC-4A11-4132-8728-A1A7D4D6776D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EC1938-772B-4DAA-915D-E5D02458B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19587F-D3DA-425B-B6A7-1B4FAAF07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F0C33-7499-43EA-923F-07E12B292C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8910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76BEF-A73E-4676-9922-C5E368D10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65E7B-963B-436F-800D-E9BA47AC2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262662-C537-4D78-A911-67ACB197F2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C952AF-0A95-4B58-B203-E414D29A2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958AC-4A11-4132-8728-A1A7D4D6776D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6E98C6-0FE4-4B26-AAB3-9BAE5EC8D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951C13-6A22-40F2-BF70-3E68A6FE1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F0C33-7499-43EA-923F-07E12B292C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2663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5138F-6D97-4D63-8007-C1B1E126E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DB9BF0-8FCF-4407-8AA5-6501B619BD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3A9FF9-2B88-4A72-AF23-92F483D0E2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9B27AB-7644-43E1-9C1E-710A13BA5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958AC-4A11-4132-8728-A1A7D4D6776D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D620EB-0B51-4D3D-AA15-6BD3D987F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DAC936-81A2-4CF1-BC51-E56226D56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F0C33-7499-43EA-923F-07E12B292C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0913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4AB8E-341E-4CB2-AE23-8DA495F46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2FF495-8E80-45ED-8A3A-262CD8B7D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CD4D6-F6C8-461C-8E9E-4DC6FF306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958AC-4A11-4132-8728-A1A7D4D6776D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6B621-9B30-474C-A7A3-D84A39924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B1240-9BC1-4AEE-9EDE-419DC273D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F0C33-7499-43EA-923F-07E12B292C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7078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6EF514-C348-430B-9C49-6C386F2409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D746FB-5C56-4F14-AD96-5FA81225F2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D2A8F-0FE8-4408-B1CA-2AAC82EBC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958AC-4A11-4132-8728-A1A7D4D6776D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9869B-9CF5-4E00-A777-0A14DB1B2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9FFAD-C530-4DDE-A0AE-20A0CA1A1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F0C33-7499-43EA-923F-07E12B292C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9645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1C992F-649E-458E-9432-A286B7C68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001054-537F-4961-A8A9-1536CD83E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D41A5-1125-419B-931C-0C0AF74F8F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E958AC-4A11-4132-8728-A1A7D4D6776D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D7AC8-409C-4C1C-BDED-B19531F01D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2DCA5-F0B0-4137-B737-3B684DDC07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BF0C33-7499-43EA-923F-07E12B292C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9691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2254CCD4-B7C3-4A5B-9467-CD9656446E6A}"/>
              </a:ext>
            </a:extLst>
          </p:cNvPr>
          <p:cNvGrpSpPr/>
          <p:nvPr/>
        </p:nvGrpSpPr>
        <p:grpSpPr>
          <a:xfrm>
            <a:off x="2419487" y="675520"/>
            <a:ext cx="5894158" cy="1738540"/>
            <a:chOff x="2419487" y="675520"/>
            <a:chExt cx="5894158" cy="1738540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20D9E1FA-BC0F-4C77-93E9-0756A15CCA94}"/>
                </a:ext>
              </a:extLst>
            </p:cNvPr>
            <p:cNvSpPr/>
            <p:nvPr/>
          </p:nvSpPr>
          <p:spPr>
            <a:xfrm>
              <a:off x="2425057" y="675520"/>
              <a:ext cx="5888588" cy="1737815"/>
            </a:xfrm>
            <a:prstGeom prst="roundRect">
              <a:avLst>
                <a:gd name="adj" fmla="val 3425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00206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B1422C3-21AB-4201-A69F-07ABDEA611B0}"/>
                </a:ext>
              </a:extLst>
            </p:cNvPr>
            <p:cNvGrpSpPr/>
            <p:nvPr/>
          </p:nvGrpSpPr>
          <p:grpSpPr>
            <a:xfrm>
              <a:off x="2942447" y="1057992"/>
              <a:ext cx="5193273" cy="972869"/>
              <a:chOff x="2657568" y="2637018"/>
              <a:chExt cx="5193273" cy="972869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732D6B00-7652-4CDF-9367-10C9FEF28764}"/>
                  </a:ext>
                </a:extLst>
              </p:cNvPr>
              <p:cNvGrpSpPr/>
              <p:nvPr/>
            </p:nvGrpSpPr>
            <p:grpSpPr>
              <a:xfrm>
                <a:off x="2657568" y="2697203"/>
                <a:ext cx="1081897" cy="912684"/>
                <a:chOff x="1793307" y="1515892"/>
                <a:chExt cx="1081897" cy="912684"/>
              </a:xfrm>
            </p:grpSpPr>
            <p:sp>
              <p:nvSpPr>
                <p:cNvPr id="40" name="Rectangle: Rounded Corners 39">
                  <a:extLst>
                    <a:ext uri="{FF2B5EF4-FFF2-40B4-BE49-F238E27FC236}">
                      <a16:creationId xmlns:a16="http://schemas.microsoft.com/office/drawing/2014/main" id="{EBBBFB1B-0F15-424B-8AA3-ADB40795E907}"/>
                    </a:ext>
                  </a:extLst>
                </p:cNvPr>
                <p:cNvSpPr/>
                <p:nvPr/>
              </p:nvSpPr>
              <p:spPr>
                <a:xfrm>
                  <a:off x="1793307" y="1515892"/>
                  <a:ext cx="1081897" cy="912684"/>
                </a:xfrm>
                <a:prstGeom prst="roundRect">
                  <a:avLst>
                    <a:gd name="adj" fmla="val 7411"/>
                  </a:avLst>
                </a:prstGeom>
                <a:solidFill>
                  <a:srgbClr val="002060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 anchorCtr="0"/>
                <a:lstStyle/>
                <a:p>
                  <a:pPr algn="ctr"/>
                  <a:r>
                    <a:rPr lang="en-US" sz="1000" dirty="0"/>
                    <a:t>Member State 1</a:t>
                  </a:r>
                  <a:endParaRPr lang="en-GB" sz="1000" dirty="0"/>
                </a:p>
              </p:txBody>
            </p:sp>
            <p:sp>
              <p:nvSpPr>
                <p:cNvPr id="36" name="Rectangle: Rounded Corners 35">
                  <a:extLst>
                    <a:ext uri="{FF2B5EF4-FFF2-40B4-BE49-F238E27FC236}">
                      <a16:creationId xmlns:a16="http://schemas.microsoft.com/office/drawing/2014/main" id="{D35BEFCF-CED4-496D-B7E3-F547FBF3F806}"/>
                    </a:ext>
                  </a:extLst>
                </p:cNvPr>
                <p:cNvSpPr/>
                <p:nvPr/>
              </p:nvSpPr>
              <p:spPr>
                <a:xfrm>
                  <a:off x="1877055" y="2023872"/>
                  <a:ext cx="914399" cy="222232"/>
                </a:xfrm>
                <a:prstGeom prst="roundRect">
                  <a:avLst>
                    <a:gd name="adj" fmla="val 11818"/>
                  </a:avLst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/>
                <a:p>
                  <a:pPr algn="ctr"/>
                  <a:r>
                    <a:rPr lang="en-US" sz="1000" dirty="0"/>
                    <a:t>MS endpoint</a:t>
                  </a:r>
                  <a:endParaRPr lang="en-GB" sz="1000" dirty="0"/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5407918C-294D-4D78-8256-195C123D8722}"/>
                  </a:ext>
                </a:extLst>
              </p:cNvPr>
              <p:cNvGrpSpPr/>
              <p:nvPr/>
            </p:nvGrpSpPr>
            <p:grpSpPr>
              <a:xfrm>
                <a:off x="6768944" y="2697203"/>
                <a:ext cx="1081897" cy="912684"/>
                <a:chOff x="6151768" y="1483806"/>
                <a:chExt cx="1081897" cy="912684"/>
              </a:xfrm>
            </p:grpSpPr>
            <p:sp>
              <p:nvSpPr>
                <p:cNvPr id="37" name="Rectangle: Rounded Corners 36">
                  <a:extLst>
                    <a:ext uri="{FF2B5EF4-FFF2-40B4-BE49-F238E27FC236}">
                      <a16:creationId xmlns:a16="http://schemas.microsoft.com/office/drawing/2014/main" id="{42071EB6-16A0-4489-B1B1-E8E6CCF2F8EA}"/>
                    </a:ext>
                  </a:extLst>
                </p:cNvPr>
                <p:cNvSpPr/>
                <p:nvPr/>
              </p:nvSpPr>
              <p:spPr>
                <a:xfrm>
                  <a:off x="6151768" y="1483806"/>
                  <a:ext cx="1081897" cy="912684"/>
                </a:xfrm>
                <a:prstGeom prst="roundRect">
                  <a:avLst>
                    <a:gd name="adj" fmla="val 7411"/>
                  </a:avLst>
                </a:prstGeom>
                <a:solidFill>
                  <a:srgbClr val="002060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 anchorCtr="0"/>
                <a:lstStyle/>
                <a:p>
                  <a:pPr algn="ctr"/>
                  <a:r>
                    <a:rPr lang="en-US" sz="1000" dirty="0"/>
                    <a:t>Member State 2</a:t>
                  </a:r>
                  <a:endParaRPr lang="en-GB" sz="1000" dirty="0"/>
                </a:p>
              </p:txBody>
            </p:sp>
            <p:sp>
              <p:nvSpPr>
                <p:cNvPr id="38" name="Rectangle: Rounded Corners 37">
                  <a:extLst>
                    <a:ext uri="{FF2B5EF4-FFF2-40B4-BE49-F238E27FC236}">
                      <a16:creationId xmlns:a16="http://schemas.microsoft.com/office/drawing/2014/main" id="{470E952A-C2E7-4BA4-B5C1-DEF7ECCEA146}"/>
                    </a:ext>
                  </a:extLst>
                </p:cNvPr>
                <p:cNvSpPr/>
                <p:nvPr/>
              </p:nvSpPr>
              <p:spPr>
                <a:xfrm>
                  <a:off x="6235516" y="1801640"/>
                  <a:ext cx="914399" cy="222232"/>
                </a:xfrm>
                <a:prstGeom prst="roundRect">
                  <a:avLst>
                    <a:gd name="adj" fmla="val 11818"/>
                  </a:avLst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 anchorCtr="0"/>
                <a:lstStyle/>
                <a:p>
                  <a:pPr algn="ctr"/>
                  <a:r>
                    <a:rPr lang="en-US" sz="1000" dirty="0"/>
                    <a:t>MS endpoint 1</a:t>
                  </a:r>
                  <a:endParaRPr lang="en-GB" sz="1000" dirty="0"/>
                </a:p>
              </p:txBody>
            </p:sp>
            <p:sp>
              <p:nvSpPr>
                <p:cNvPr id="39" name="Rectangle: Rounded Corners 38">
                  <a:extLst>
                    <a:ext uri="{FF2B5EF4-FFF2-40B4-BE49-F238E27FC236}">
                      <a16:creationId xmlns:a16="http://schemas.microsoft.com/office/drawing/2014/main" id="{B4FAEEA5-88F1-458E-B4E4-AA458E3F0645}"/>
                    </a:ext>
                  </a:extLst>
                </p:cNvPr>
                <p:cNvSpPr/>
                <p:nvPr/>
              </p:nvSpPr>
              <p:spPr>
                <a:xfrm>
                  <a:off x="6235515" y="2074850"/>
                  <a:ext cx="914399" cy="222232"/>
                </a:xfrm>
                <a:prstGeom prst="roundRect">
                  <a:avLst>
                    <a:gd name="adj" fmla="val 11818"/>
                  </a:avLst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 anchorCtr="0"/>
                <a:lstStyle/>
                <a:p>
                  <a:pPr algn="ctr"/>
                  <a:r>
                    <a:rPr lang="en-US" sz="1000" dirty="0"/>
                    <a:t>MS endpoint 2</a:t>
                  </a:r>
                  <a:endParaRPr lang="en-GB" sz="1000" dirty="0"/>
                </a:p>
              </p:txBody>
            </p:sp>
          </p:grp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944DD268-73FA-417E-8424-84E051BB42A3}"/>
                  </a:ext>
                </a:extLst>
              </p:cNvPr>
              <p:cNvCxnSpPr>
                <a:cxnSpLocks/>
                <a:stCxn id="52" idx="1"/>
                <a:endCxn id="40" idx="3"/>
              </p:cNvCxnSpPr>
              <p:nvPr/>
            </p:nvCxnSpPr>
            <p:spPr>
              <a:xfrm flipH="1">
                <a:off x="3739465" y="3153545"/>
                <a:ext cx="973791" cy="0"/>
              </a:xfrm>
              <a:prstGeom prst="straightConnector1">
                <a:avLst/>
              </a:prstGeom>
              <a:ln>
                <a:solidFill>
                  <a:srgbClr val="002060"/>
                </a:solidFill>
                <a:prstDash val="dash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08BD95F6-AB93-4715-8C08-1816AFC74F7D}"/>
                  </a:ext>
                </a:extLst>
              </p:cNvPr>
              <p:cNvSpPr/>
              <p:nvPr/>
            </p:nvSpPr>
            <p:spPr>
              <a:xfrm>
                <a:off x="4713256" y="2697203"/>
                <a:ext cx="1081897" cy="912684"/>
              </a:xfrm>
              <a:prstGeom prst="roundRect">
                <a:avLst>
                  <a:gd name="adj" fmla="val 7411"/>
                </a:avLst>
              </a:prstGeom>
              <a:solidFill>
                <a:srgbClr val="00206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sz="1000" dirty="0"/>
                  <a:t>EU portal</a:t>
                </a:r>
                <a:endParaRPr lang="en-GB" sz="1000" dirty="0"/>
              </a:p>
            </p:txBody>
          </p: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7251D5A4-D5C1-4B16-BC3A-C2AFE9EC895E}"/>
                  </a:ext>
                </a:extLst>
              </p:cNvPr>
              <p:cNvCxnSpPr>
                <a:cxnSpLocks/>
                <a:stCxn id="52" idx="3"/>
                <a:endCxn id="37" idx="1"/>
              </p:cNvCxnSpPr>
              <p:nvPr/>
            </p:nvCxnSpPr>
            <p:spPr>
              <a:xfrm>
                <a:off x="5795153" y="3153545"/>
                <a:ext cx="973791" cy="0"/>
              </a:xfrm>
              <a:prstGeom prst="straightConnector1">
                <a:avLst/>
              </a:prstGeom>
              <a:ln>
                <a:solidFill>
                  <a:srgbClr val="002060"/>
                </a:solidFill>
                <a:prstDash val="dash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8BEFFAC-F78E-433B-B9B5-C2CD9D90AFFF}"/>
                  </a:ext>
                </a:extLst>
              </p:cNvPr>
              <p:cNvSpPr txBox="1"/>
              <p:nvPr/>
            </p:nvSpPr>
            <p:spPr>
              <a:xfrm rot="17702264">
                <a:off x="3797153" y="2812869"/>
                <a:ext cx="55175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700" dirty="0"/>
                  <a:t>Message1</a:t>
                </a:r>
                <a:endParaRPr lang="en-GB" sz="700" dirty="0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D3C7AA90-6862-49D0-8A7E-889D5BCA11BE}"/>
                  </a:ext>
                </a:extLst>
              </p:cNvPr>
              <p:cNvSpPr txBox="1"/>
              <p:nvPr/>
            </p:nvSpPr>
            <p:spPr>
              <a:xfrm rot="17702264">
                <a:off x="4119596" y="2812867"/>
                <a:ext cx="55175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700" dirty="0"/>
                  <a:t>Message3</a:t>
                </a:r>
                <a:endParaRPr lang="en-GB" sz="700" dirty="0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5A45296E-410C-4A7E-99F6-1E076A296653}"/>
                  </a:ext>
                </a:extLst>
              </p:cNvPr>
              <p:cNvSpPr txBox="1"/>
              <p:nvPr/>
            </p:nvSpPr>
            <p:spPr>
              <a:xfrm rot="17702264">
                <a:off x="6177184" y="2812867"/>
                <a:ext cx="55175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700" dirty="0"/>
                  <a:t>Message3</a:t>
                </a:r>
                <a:endParaRPr lang="en-GB" sz="700" dirty="0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1B079FF-D7F8-413D-B71B-D56C747C9A12}"/>
                  </a:ext>
                </a:extLst>
              </p:cNvPr>
              <p:cNvSpPr txBox="1"/>
              <p:nvPr/>
            </p:nvSpPr>
            <p:spPr>
              <a:xfrm rot="17702264">
                <a:off x="5886051" y="2812867"/>
                <a:ext cx="55175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700" dirty="0"/>
                  <a:t>Message2</a:t>
                </a:r>
                <a:endParaRPr lang="en-GB" sz="700" dirty="0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AAF10202-A1B0-4790-8EFB-F955A9725B0A}"/>
                  </a:ext>
                </a:extLst>
              </p:cNvPr>
              <p:cNvSpPr/>
              <p:nvPr/>
            </p:nvSpPr>
            <p:spPr>
              <a:xfrm>
                <a:off x="3969203" y="3117985"/>
                <a:ext cx="68209" cy="7112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FBCE986C-33D5-45F6-B44F-B45FE1BCC188}"/>
                  </a:ext>
                </a:extLst>
              </p:cNvPr>
              <p:cNvSpPr/>
              <p:nvPr/>
            </p:nvSpPr>
            <p:spPr>
              <a:xfrm>
                <a:off x="4290738" y="3117985"/>
                <a:ext cx="68209" cy="7112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ABB9F4C1-AF17-46A2-BD14-1936AD4C38C5}"/>
                  </a:ext>
                </a:extLst>
              </p:cNvPr>
              <p:cNvSpPr/>
              <p:nvPr/>
            </p:nvSpPr>
            <p:spPr>
              <a:xfrm>
                <a:off x="6063668" y="3117985"/>
                <a:ext cx="68209" cy="7112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9F59F0F8-B814-4DEB-A3C8-1AFFA6DF2C82}"/>
                  </a:ext>
                </a:extLst>
              </p:cNvPr>
              <p:cNvSpPr/>
              <p:nvPr/>
            </p:nvSpPr>
            <p:spPr>
              <a:xfrm>
                <a:off x="6355352" y="3117985"/>
                <a:ext cx="68209" cy="7112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DDDFBD7-E925-460A-A01B-B594AAE63FE2}"/>
                </a:ext>
              </a:extLst>
            </p:cNvPr>
            <p:cNvGrpSpPr/>
            <p:nvPr/>
          </p:nvGrpSpPr>
          <p:grpSpPr>
            <a:xfrm>
              <a:off x="2419487" y="676243"/>
              <a:ext cx="345035" cy="1737817"/>
              <a:chOff x="2005311" y="2326183"/>
              <a:chExt cx="345035" cy="1737817"/>
            </a:xfrm>
          </p:grpSpPr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CC995033-2F7A-4724-B8EB-12A47240F60C}"/>
                  </a:ext>
                </a:extLst>
              </p:cNvPr>
              <p:cNvSpPr/>
              <p:nvPr/>
            </p:nvSpPr>
            <p:spPr>
              <a:xfrm rot="5400000">
                <a:off x="1435048" y="3148702"/>
                <a:ext cx="1737815" cy="92781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4" name="Rectangle: Rounded Corners 73">
                <a:extLst>
                  <a:ext uri="{FF2B5EF4-FFF2-40B4-BE49-F238E27FC236}">
                    <a16:creationId xmlns:a16="http://schemas.microsoft.com/office/drawing/2014/main" id="{D9B44019-8461-41D5-95EF-207BF1A5DC1E}"/>
                  </a:ext>
                </a:extLst>
              </p:cNvPr>
              <p:cNvSpPr/>
              <p:nvPr/>
            </p:nvSpPr>
            <p:spPr>
              <a:xfrm rot="16200000">
                <a:off x="1282740" y="3048754"/>
                <a:ext cx="1737816" cy="292673"/>
              </a:xfrm>
              <a:prstGeom prst="roundRect">
                <a:avLst>
                  <a:gd name="adj" fmla="val 15374"/>
                </a:avLst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21405D6-29F7-49CA-A9A4-0DA7053C3246}"/>
                </a:ext>
              </a:extLst>
            </p:cNvPr>
            <p:cNvSpPr txBox="1"/>
            <p:nvPr/>
          </p:nvSpPr>
          <p:spPr>
            <a:xfrm rot="16200000">
              <a:off x="1798047" y="1408628"/>
              <a:ext cx="157639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>
                      <a:lumMod val="95000"/>
                    </a:schemeClr>
                  </a:solidFill>
                </a:rPr>
                <a:t>EU message exchange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14367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6876790-E4DC-80E6-C926-8520FAE9E722}"/>
              </a:ext>
            </a:extLst>
          </p:cNvPr>
          <p:cNvGrpSpPr/>
          <p:nvPr/>
        </p:nvGrpSpPr>
        <p:grpSpPr>
          <a:xfrm>
            <a:off x="270649" y="799733"/>
            <a:ext cx="11650701" cy="5258534"/>
            <a:chOff x="270649" y="799733"/>
            <a:chExt cx="11650701" cy="525853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141D8D0-90A2-97BE-F5CB-F44ABDD066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0649" y="799733"/>
              <a:ext cx="11650701" cy="5258534"/>
            </a:xfrm>
            <a:prstGeom prst="rect">
              <a:avLst/>
            </a:prstGeom>
          </p:spPr>
        </p:pic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E3EDC6E9-7E13-71A8-628F-919083B40397}"/>
                </a:ext>
              </a:extLst>
            </p:cNvPr>
            <p:cNvSpPr/>
            <p:nvPr/>
          </p:nvSpPr>
          <p:spPr>
            <a:xfrm>
              <a:off x="626865" y="3056101"/>
              <a:ext cx="1782848" cy="870440"/>
            </a:xfrm>
            <a:prstGeom prst="roundRect">
              <a:avLst/>
            </a:prstGeom>
            <a:noFill/>
            <a:ln w="25400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5A2E1480-BF37-4ED1-AE3C-590A637F7D91}"/>
                </a:ext>
              </a:extLst>
            </p:cNvPr>
            <p:cNvSpPr/>
            <p:nvPr/>
          </p:nvSpPr>
          <p:spPr>
            <a:xfrm rot="8441955">
              <a:off x="2329549" y="2571077"/>
              <a:ext cx="978408" cy="334025"/>
            </a:xfrm>
            <a:prstGeom prst="rightArrow">
              <a:avLst/>
            </a:prstGeom>
            <a:solidFill>
              <a:srgbClr val="C000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429021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DCDF08-5308-0DB4-66F8-9C7519874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76" y="2800262"/>
            <a:ext cx="10726647" cy="1257475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2277689-2D14-6F32-6B44-0F1DB8502154}"/>
              </a:ext>
            </a:extLst>
          </p:cNvPr>
          <p:cNvSpPr/>
          <p:nvPr/>
        </p:nvSpPr>
        <p:spPr>
          <a:xfrm>
            <a:off x="9042400" y="2978150"/>
            <a:ext cx="967750" cy="289169"/>
          </a:xfrm>
          <a:prstGeom prst="roundRect">
            <a:avLst/>
          </a:prstGeom>
          <a:noFill/>
          <a:ln w="254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ADBFAEC-D061-9096-A6ED-24ABD87D2538}"/>
              </a:ext>
            </a:extLst>
          </p:cNvPr>
          <p:cNvSpPr/>
          <p:nvPr/>
        </p:nvSpPr>
        <p:spPr>
          <a:xfrm rot="12461655">
            <a:off x="9985435" y="3355527"/>
            <a:ext cx="978408" cy="334025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9715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8CFD7-8F62-9F4B-FD1A-5588E48DE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1EED78-0AC5-DFF2-227D-DC2722308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49" y="799733"/>
            <a:ext cx="11650701" cy="5258534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94AF337-103E-F1C2-3D9D-8E11A3D9B7A7}"/>
              </a:ext>
            </a:extLst>
          </p:cNvPr>
          <p:cNvSpPr/>
          <p:nvPr/>
        </p:nvSpPr>
        <p:spPr>
          <a:xfrm>
            <a:off x="4103841" y="3522767"/>
            <a:ext cx="2240513" cy="336039"/>
          </a:xfrm>
          <a:prstGeom prst="roundRect">
            <a:avLst/>
          </a:prstGeom>
          <a:noFill/>
          <a:ln w="254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A2F11989-A76B-086D-5C33-E3E4E1054E8E}"/>
              </a:ext>
            </a:extLst>
          </p:cNvPr>
          <p:cNvSpPr/>
          <p:nvPr/>
        </p:nvSpPr>
        <p:spPr>
          <a:xfrm rot="8441955">
            <a:off x="6280661" y="2994364"/>
            <a:ext cx="978408" cy="334025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536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EABC25-161C-3F6F-F328-4E482CB3E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49" y="799733"/>
            <a:ext cx="11650701" cy="5258534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BCB5966-3ADC-0928-B62B-15B23DAF1DFB}"/>
              </a:ext>
            </a:extLst>
          </p:cNvPr>
          <p:cNvSpPr/>
          <p:nvPr/>
        </p:nvSpPr>
        <p:spPr>
          <a:xfrm>
            <a:off x="6445956" y="3522767"/>
            <a:ext cx="1365953" cy="336039"/>
          </a:xfrm>
          <a:prstGeom prst="roundRect">
            <a:avLst/>
          </a:prstGeom>
          <a:noFill/>
          <a:ln w="254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1B6D0555-0738-0B46-7EFC-98D7E63E66B4}"/>
              </a:ext>
            </a:extLst>
          </p:cNvPr>
          <p:cNvSpPr/>
          <p:nvPr/>
        </p:nvSpPr>
        <p:spPr>
          <a:xfrm rot="8441955">
            <a:off x="7748216" y="2994364"/>
            <a:ext cx="978408" cy="334025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4887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Costas Simatos</dc:creator>
  <cp:lastModifiedBy>Costas Simatos</cp:lastModifiedBy>
  <cp:revision>10</cp:revision>
  <dcterms:created xsi:type="dcterms:W3CDTF">2018-06-11T09:26:46Z</dcterms:created>
  <dcterms:modified xsi:type="dcterms:W3CDTF">2026-03-19T08:19:21Z</dcterms:modified>
</cp:coreProperties>
</file>